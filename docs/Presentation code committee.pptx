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5A58-BFB1-3A6C-89F8-5F6565BF8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158AB-03A8-9EBA-B3F9-614E9BE1F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99FF8-6414-4C9D-FB8E-CA38DEAD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63DD-2EAC-42DE-91F4-9C68BE5DFEC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FD72D-4EAC-6215-FC85-60FF5BCE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9CC82-61A7-82C9-7DF1-BF1E50E09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61E3-0558-404E-9296-E2D620506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43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A4ED9-A1C8-6799-68ED-66837B2BC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0059-D4FD-FB28-E00F-93443B50E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6C244-972B-4AE2-2EC6-7B6E1A4B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63DD-2EAC-42DE-91F4-9C68BE5DFEC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74A10-D171-C959-5325-9E92C52C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6D14E-1978-E99C-73AC-9253AA87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61E3-0558-404E-9296-E2D620506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3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E844-27B3-10E5-CF6C-AD550D33C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38C4B-A6D1-11AA-698A-4BC4D7195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FEAC0-82D7-BC95-E19F-320B0D13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63DD-2EAC-42DE-91F4-9C68BE5DFEC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15823-3342-68C9-B676-F2E263BE9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A1897-A729-7E3A-3918-D6473330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61E3-0558-404E-9296-E2D620506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7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1B2C-915E-BCA5-2069-EE1A38616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BC9B6-BE61-20A6-81D0-C0756D216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1D5D8-C739-6009-2D02-AEC176948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77EF0-C175-C9E7-8418-755757D5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63DD-2EAC-42DE-91F4-9C68BE5DFEC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567A4-69DD-EBB7-815D-28CE99E8B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69B8D-035D-C45E-4867-915C42869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61E3-0558-404E-9296-E2D620506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05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A9E5-1C18-4E59-5889-17DAEDDE0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71A02-3226-00AA-C134-E80D2A530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93D4B-4027-6A85-7BB0-A7E894C18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EE2752-F864-2D83-C066-E04DC3965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1725EA-6C7C-81F0-964F-BF783F9C3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B4FFDE-AEFC-6893-535F-69A519DC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63DD-2EAC-42DE-91F4-9C68BE5DFEC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080691-D180-1D37-9034-864D2B4B3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964A9-16FE-848C-CBF6-F95AD4839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61E3-0558-404E-9296-E2D620506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9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08FA7-6600-6284-A5F2-6C54530F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CD28B9-AD2D-8950-6973-6C15D693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63DD-2EAC-42DE-91F4-9C68BE5DFEC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FAD61-BB6E-DB1C-5212-0BC0CD6C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F8D39-EBFE-F120-2612-B86FB6E4B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61E3-0558-404E-9296-E2D620506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7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BC8F2-70E9-FCF4-BD16-922FB0409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63DD-2EAC-42DE-91F4-9C68BE5DFEC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D06A2-78C1-2B88-E27E-C0E6523D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76A03-E010-7498-8302-29F96481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61E3-0558-404E-9296-E2D620506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7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DA64D-6269-41C4-EA29-5F52AD69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1484F-EA5A-7B79-4522-AA3BD19E9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BAA3F-8049-32E8-E857-876A6A4FA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5B9BC-38C2-5DBE-F690-CCCACF39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63DD-2EAC-42DE-91F4-9C68BE5DFEC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69F64-CB21-BB15-5DF6-5B4EEA67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13B5D-5DA3-673E-035D-5303B42B2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61E3-0558-404E-9296-E2D620506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6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49B8-9A2F-DA25-D075-A43D709A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E84B13-330D-9F23-61F1-833B8806E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D3940-E9FD-6CA8-356B-A85AB4199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ED562-8FE7-9BE5-3539-7DE0B61E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63DD-2EAC-42DE-91F4-9C68BE5DFEC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F5DA4-8929-1FD2-B90E-A371E0E6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453CC-1926-1500-5F49-1CA5DCDB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61E3-0558-404E-9296-E2D620506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13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5A10-440F-B715-663C-4BC97C76C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D8E56-6C76-C91D-2DD7-F9118D5E8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8CF0-2A31-7571-F91C-CDCC6E4D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63DD-2EAC-42DE-91F4-9C68BE5DFEC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57824-0702-1AB2-3395-94838D82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FED31-EDD4-4C28-E73F-12BB3F176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61E3-0558-404E-9296-E2D620506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3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4DF3A-8DDF-3EAE-863C-EA4154D25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9BAA9-67EA-D63D-038B-49460D11D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1C591-9BE8-838D-F304-C8294E12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63DD-2EAC-42DE-91F4-9C68BE5DFEC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5B13B-2E38-61C1-9B46-2CAE41814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169D8-DBFC-6E1B-AC9C-816679C5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61E3-0558-404E-9296-E2D620506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10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69D678-C1DC-D2EA-1163-C6429ABCF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C7F20-8022-37D0-3B17-1B2A216D3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323AE-C7F1-9FE1-DD92-EA1FE8939F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F63DD-2EAC-42DE-91F4-9C68BE5DFEC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6A812-5F07-51B9-A9AB-15F456B44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12BD8-B3AF-3E58-D288-2CAA2310E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561E3-0558-404E-9296-E2D620506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3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71CE60-4360-2CCC-1CE5-7959B70FA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613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53DAC-A0BC-F977-6ADD-00703CDF2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FF6B99-41CD-C36A-06CF-3700C6375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9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E31CD-F6A6-29E2-1BA0-77AE2591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04381D-6007-AAF7-A96B-42ABA430A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18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98982-A491-A6D4-5BFE-B2AC7FE2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6CFE9E-4C33-4A06-5C1D-59BAF3312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1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419F0-32D3-8F03-F764-9D8CE91F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A8A896-A01C-E331-27FD-7E2A8F837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34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60B2-E259-68BB-6321-D45358362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7248CB-3CC5-12DC-3F8F-793D5268C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165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0645-6482-2C6E-27E5-6AF425FA7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BDB5E5-8C3B-042D-A1C3-46DDA2FDC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9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5793B-7FDD-094F-AB2C-DE0EBB97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27D2B7-72C4-0C46-3394-052AA2C92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7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8E70-65AC-07A1-F2F7-D3C1E530A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05708A-443E-6794-1FD5-FFCE3C0D0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91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82EFF-05FD-E81C-6702-C91D62A5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8A0CA4-8F1F-76D0-FCB8-7DADAF09E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78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 Almajeed Al-Awad</dc:creator>
  <cp:lastModifiedBy>Abd Almajeed Al-Awad</cp:lastModifiedBy>
  <cp:revision>2</cp:revision>
  <dcterms:created xsi:type="dcterms:W3CDTF">2026-08-17T22:06:51Z</dcterms:created>
  <dcterms:modified xsi:type="dcterms:W3CDTF">2026-08-17T22:48:02Z</dcterms:modified>
</cp:coreProperties>
</file>